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62" r:id="rId4"/>
    <p:sldId id="264" r:id="rId5"/>
    <p:sldId id="263" r:id="rId6"/>
    <p:sldId id="265" r:id="rId7"/>
    <p:sldId id="266" r:id="rId8"/>
    <p:sldId id="267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9" autoAdjust="0"/>
    <p:restoredTop sz="94660"/>
  </p:normalViewPr>
  <p:slideViewPr>
    <p:cSldViewPr snapToGrid="0">
      <p:cViewPr varScale="1">
        <p:scale>
          <a:sx n="66" d="100"/>
          <a:sy n="66" d="100"/>
        </p:scale>
        <p:origin x="43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3E61-D1FE-559A-7714-1F9F2E925B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94DEC3-2761-1BF3-BE7B-D59E1A276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41838-244B-7787-2E09-D55AB8F4F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83D3C-920A-0E71-AFD4-0A0B88B1E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3073B-01B6-4506-F722-0447A9812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685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101C9-BD34-6AE2-0927-F74AB75A0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DA6B5-6159-8758-7848-3647CB97E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ABAA5-AFBC-BA9B-7CC2-E09F2527C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A84BD-D1B8-2C34-60A1-C266E1115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1D252-F443-C382-4E6C-39E441004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387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3367C-3CB1-0434-2356-8E2E4CC3F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64A0F-2491-E7F4-6874-C444682BB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BC699-366D-0210-210E-A6786A804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E9523-B1DB-C009-AB5A-25118306D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20BBB-5FD8-DE7C-8065-80944BF29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14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2AC86-FEE3-E2D0-39B0-332C2778E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A7FEE-6F70-C08A-BAEB-16A149A88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C4A97F-F0EF-91BB-F2A8-E41504352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691364-4D93-02E9-9A08-BA446E1BE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4EE59-9CE5-359C-6964-3997BFC7A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FFE09-A6D5-AA46-CA2E-853F05C03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270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418FD-DA12-430F-125B-DA4683AC1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91298-CDB2-FFE2-25D7-DBA7A269D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6E6DCE-C7D1-C83C-F877-BF773A704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479427-348E-CFAA-1781-8CE5682D35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F73653-21AF-E414-E39B-694490FD21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74929E-F516-ECEC-5FEE-F44022B4B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DCE687-952C-09A6-3109-EF2E01F44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00F1E0-D1D2-2CBB-68A2-D1DDDAC75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228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2B5E3-F8C5-DA4A-9417-736A8B19E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A5E206-3C5A-B4B7-76E3-165683DE8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BB693A-5DF8-F01E-3164-3FB38224F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5E0174-A1AB-4AFB-5F78-02D5738D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69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779797-E3F0-C1AA-F1F8-FA0F55FB7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E168FC-7AAA-F66A-2869-49DBC4431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5EACE-2690-40E0-C1B3-96599B345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315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0B1E2-D323-33E1-990C-70F7F6EDD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4F59-A59E-CDCF-EE71-500569CE5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66EB3-A43E-F44C-3A21-A39FC23EF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1E0C91-FAA9-CED3-A9A9-718C8990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B99CC-9CD7-FA61-E9E5-7B9D9FF7B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68986-0707-C9D9-795B-25F8082C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445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D32CD-CAE7-77A1-B60C-F8C52B988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2F975E-6257-9DED-2C73-14CDD052CB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D96F4-4B78-F3AF-A665-3654DF5FE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E8521-5593-8911-C695-274B1C582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2284B-4B82-8004-E82F-1496645D5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1092D-C287-83A3-6CC0-D01D0AA09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090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5B9E9-3E1C-38B7-E952-3EBFE7FFB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05C8E6-54A6-EA3E-E7F7-59E9948EC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8A263-9920-D091-7AE3-865523C8F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66EA2-E65F-110E-109B-6092B9635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D7130-FF78-2585-4D37-66F2E4C6F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870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E9AF41-68B3-F758-AAC0-4FF85712CA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2F6842-DAB5-4B74-61A2-7AB11D1C77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251B0-92C5-C08A-ED38-B4BB5682B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0D11E-6850-583D-859C-F5AEFB894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B19A0-ADF9-5BFC-99FB-CD6D0507A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210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612DF5-2DE2-7FB9-3260-57ED9167B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EBA53-311B-844A-1A87-456B6263B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576EC-739F-106F-EC93-CE7E5E5406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9132B-C42A-4748-BF52-458339B755DA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FBC0A-E116-784B-1EDC-92C8081ED2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15D4C-A2DE-ECB4-6983-E3B7E3DD2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8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tools.cmlabs.co/id/json-ld-local-business-schema-generator" TargetMode="External"/><Relationship Id="rId2" Type="http://schemas.openxmlformats.org/officeDocument/2006/relationships/hyperlink" Target="https://blog.rumahweb.com/schema-markup-adalah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9F47B06-6C69-E870-4CA3-28D644832F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5" b="3130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6A50C42-F77D-5203-3CFB-40199217F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250328"/>
            <a:ext cx="9144000" cy="425370"/>
          </a:xfrm>
        </p:spPr>
        <p:txBody>
          <a:bodyPr>
            <a:normAutofit/>
          </a:bodyPr>
          <a:lstStyle/>
          <a:p>
            <a:r>
              <a:rPr lang="en-US" dirty="0"/>
              <a:t>Steven Joses,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1875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F593-127F-848F-656F-FF744D2C5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81461"/>
            <a:ext cx="9144000" cy="1295078"/>
          </a:xfrm>
        </p:spPr>
        <p:txBody>
          <a:bodyPr>
            <a:normAutofit/>
          </a:bodyPr>
          <a:lstStyle/>
          <a:p>
            <a:r>
              <a:rPr lang="de-DE" sz="8000" dirty="0">
                <a:latin typeface="Playbill" panose="040506030A0602020202" pitchFamily="82" charset="0"/>
              </a:rPr>
              <a:t>Navigasi &amp; Internal Linking</a:t>
            </a:r>
            <a:endParaRPr lang="en-US" sz="8000" dirty="0">
              <a:latin typeface="Playbill" panose="040506030A0602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550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03BC2-7690-B84D-772E-3A2FC64CE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1F95B-FBCD-C47B-C626-03184AA42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Struktur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URL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EBD9B7-729A-A249-24D7-7F987489CCFA}"/>
              </a:ext>
            </a:extLst>
          </p:cNvPr>
          <p:cNvSpPr txBox="1"/>
          <p:nvPr/>
        </p:nvSpPr>
        <p:spPr>
          <a:xfrm>
            <a:off x="323127" y="1511810"/>
            <a:ext cx="115457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/>
              <a:t>Buruk</a:t>
            </a:r>
            <a:r>
              <a:rPr lang="en-US" i="1" dirty="0"/>
              <a:t>:</a:t>
            </a:r>
            <a:r>
              <a:rPr lang="en-US" dirty="0"/>
              <a:t> toko.com/</a:t>
            </a:r>
            <a:r>
              <a:rPr lang="en-US" dirty="0" err="1"/>
              <a:t>p?id</a:t>
            </a:r>
            <a:r>
              <a:rPr lang="en-US" dirty="0"/>
              <a:t>=123</a:t>
            </a:r>
          </a:p>
          <a:p>
            <a:r>
              <a:rPr lang="en-US" b="1" i="1" dirty="0"/>
              <a:t>Bagus</a:t>
            </a:r>
            <a:r>
              <a:rPr lang="en-US" i="1" dirty="0"/>
              <a:t>:</a:t>
            </a:r>
            <a:r>
              <a:rPr lang="en-US" dirty="0"/>
              <a:t> toko.com/</a:t>
            </a:r>
            <a:r>
              <a:rPr lang="en-US" dirty="0" err="1"/>
              <a:t>sepatu-lari-pria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39488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3391C-E606-EF51-3EBE-BE92C6118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31A6B-D5CD-9E3B-C835-023F832BE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Arsitektur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Silo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65444B-ED2E-A552-CC7A-2C864559C5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47" t="12079" r="10087" b="17668"/>
          <a:stretch>
            <a:fillRect/>
          </a:stretch>
        </p:blipFill>
        <p:spPr>
          <a:xfrm>
            <a:off x="1037038" y="2118167"/>
            <a:ext cx="10117924" cy="43747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0F77DB6-6283-09D6-B938-7C7C28D0A37D}"/>
              </a:ext>
            </a:extLst>
          </p:cNvPr>
          <p:cNvSpPr txBox="1"/>
          <p:nvPr/>
        </p:nvSpPr>
        <p:spPr>
          <a:xfrm>
            <a:off x="1037038" y="1367522"/>
            <a:ext cx="101899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Silo SEO </a:t>
            </a:r>
            <a:r>
              <a:rPr lang="en-US" dirty="0" err="1"/>
              <a:t>atau</a:t>
            </a:r>
            <a:r>
              <a:rPr lang="en-US" dirty="0"/>
              <a:t> juga </a:t>
            </a:r>
            <a:r>
              <a:rPr lang="en-US" dirty="0" err="1"/>
              <a:t>dikenal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arsitektur</a:t>
            </a:r>
            <a:r>
              <a:rPr lang="en-US" dirty="0"/>
              <a:t> silo,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mengelompokkan</a:t>
            </a:r>
            <a:r>
              <a:rPr lang="en-US" dirty="0"/>
              <a:t> </a:t>
            </a:r>
            <a:r>
              <a:rPr lang="en-US" dirty="0" err="1"/>
              <a:t>konten</a:t>
            </a:r>
            <a:r>
              <a:rPr lang="en-US" dirty="0"/>
              <a:t> website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yang </a:t>
            </a:r>
            <a:r>
              <a:rPr lang="en-US" dirty="0" err="1"/>
              <a:t>jelas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tema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9803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2C133-AC02-B7D7-B9A0-5686BF6FF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F8A01-D5B1-3A98-72D2-2F86094DF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Arsitektur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Silo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5F48CF-C727-E718-3B8B-706115C45185}"/>
              </a:ext>
            </a:extLst>
          </p:cNvPr>
          <p:cNvSpPr txBox="1"/>
          <p:nvPr/>
        </p:nvSpPr>
        <p:spPr>
          <a:xfrm>
            <a:off x="323127" y="1511810"/>
            <a:ext cx="1154574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Ada </a:t>
            </a:r>
            <a:r>
              <a:rPr lang="en-US" b="1" dirty="0" err="1"/>
              <a:t>Susunan</a:t>
            </a:r>
            <a:r>
              <a:rPr lang="en-US" b="1" dirty="0"/>
              <a:t> </a:t>
            </a:r>
            <a:r>
              <a:rPr lang="en-US" b="1" dirty="0" err="1"/>
              <a:t>Hierarki</a:t>
            </a:r>
            <a:br>
              <a:rPr lang="en-US" b="1" dirty="0"/>
            </a:b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konten</a:t>
            </a:r>
            <a:r>
              <a:rPr lang="en-US" dirty="0"/>
              <a:t> </a:t>
            </a:r>
            <a:r>
              <a:rPr lang="en-US" dirty="0" err="1"/>
              <a:t>disusun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hierarki</a:t>
            </a:r>
            <a:r>
              <a:rPr lang="en-US" dirty="0"/>
              <a:t>, </a:t>
            </a:r>
            <a:r>
              <a:rPr lang="en-US" dirty="0" err="1"/>
              <a:t>mulai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</a:t>
            </a:r>
            <a:r>
              <a:rPr lang="en-US" dirty="0" err="1"/>
              <a:t>utama</a:t>
            </a:r>
            <a:r>
              <a:rPr lang="en-US" dirty="0"/>
              <a:t> yang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pusat</a:t>
            </a:r>
            <a:r>
              <a:rPr lang="en-US" dirty="0"/>
              <a:t>,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turun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subtopik</a:t>
            </a:r>
            <a:r>
              <a:rPr lang="en-US" dirty="0"/>
              <a:t>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spesifik</a:t>
            </a:r>
            <a:r>
              <a:rPr lang="en-US" dirty="0"/>
              <a:t>.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pola</a:t>
            </a:r>
            <a:r>
              <a:rPr lang="en-US" dirty="0"/>
              <a:t> top-down </a:t>
            </a:r>
            <a:r>
              <a:rPr lang="en-US" dirty="0" err="1"/>
              <a:t>ini</a:t>
            </a:r>
            <a:r>
              <a:rPr lang="en-US" dirty="0"/>
              <a:t>, Google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hubungan</a:t>
            </a:r>
            <a:r>
              <a:rPr lang="en-US" dirty="0"/>
              <a:t>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Tema Saling </a:t>
            </a:r>
            <a:r>
              <a:rPr lang="en-US" b="1" dirty="0" err="1"/>
              <a:t>Terkait</a:t>
            </a:r>
            <a:br>
              <a:rPr lang="en-US" b="1" dirty="0"/>
            </a:b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silo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tetap</a:t>
            </a:r>
            <a:r>
              <a:rPr lang="en-US" dirty="0"/>
              <a:t> </a:t>
            </a:r>
            <a:r>
              <a:rPr lang="en-US" dirty="0" err="1"/>
              <a:t>berada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lingkup</a:t>
            </a:r>
            <a:r>
              <a:rPr lang="en-US" dirty="0"/>
              <a:t> </a:t>
            </a:r>
            <a:r>
              <a:rPr lang="en-US" dirty="0" err="1"/>
              <a:t>tema</a:t>
            </a:r>
            <a:r>
              <a:rPr lang="en-US" dirty="0"/>
              <a:t> yang </a:t>
            </a:r>
            <a:r>
              <a:rPr lang="en-US" dirty="0" err="1"/>
              <a:t>sama</a:t>
            </a:r>
            <a:r>
              <a:rPr lang="en-US" dirty="0"/>
              <a:t>. Jadi, </a:t>
            </a:r>
            <a:r>
              <a:rPr lang="en-US" dirty="0" err="1"/>
              <a:t>kalau</a:t>
            </a:r>
            <a:r>
              <a:rPr lang="en-US" dirty="0"/>
              <a:t> </a:t>
            </a:r>
            <a:r>
              <a:rPr lang="en-US" dirty="0" err="1"/>
              <a:t>topiknya</a:t>
            </a:r>
            <a:r>
              <a:rPr lang="en-US" dirty="0"/>
              <a:t> SEO,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subtopiknya</a:t>
            </a:r>
            <a:r>
              <a:rPr lang="en-US" dirty="0"/>
              <a:t> juga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terkait</a:t>
            </a:r>
            <a:r>
              <a:rPr lang="en-US" dirty="0"/>
              <a:t>, </a:t>
            </a:r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topik</a:t>
            </a:r>
            <a:r>
              <a:rPr lang="en-US" dirty="0"/>
              <a:t> yang </a:t>
            </a:r>
            <a:r>
              <a:rPr lang="en-US" dirty="0" err="1"/>
              <a:t>melenceng</a:t>
            </a:r>
            <a:r>
              <a:rPr lang="en-US" dirty="0"/>
              <a:t>. Ini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membangun</a:t>
            </a:r>
            <a:r>
              <a:rPr lang="en-US" dirty="0"/>
              <a:t> </a:t>
            </a:r>
            <a:r>
              <a:rPr lang="en-US" dirty="0" err="1"/>
              <a:t>otoritas</a:t>
            </a:r>
            <a:r>
              <a:rPr lang="en-US" dirty="0"/>
              <a:t> </a:t>
            </a:r>
            <a:r>
              <a:rPr lang="en-US" dirty="0" err="1"/>
              <a:t>topik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Pakai Internal Linking</a:t>
            </a:r>
            <a:br>
              <a:rPr lang="en-US" b="1" dirty="0"/>
            </a:br>
            <a:r>
              <a:rPr lang="en-US" dirty="0" err="1"/>
              <a:t>Hubungan</a:t>
            </a:r>
            <a:r>
              <a:rPr lang="en-US" dirty="0"/>
              <a:t> </a:t>
            </a:r>
            <a:r>
              <a:rPr lang="en-US" dirty="0" err="1"/>
              <a:t>antarhalaman</a:t>
            </a:r>
            <a:r>
              <a:rPr lang="en-US" dirty="0"/>
              <a:t> </a:t>
            </a:r>
            <a:r>
              <a:rPr lang="en-US" dirty="0" err="1"/>
              <a:t>dijaga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internal link yang </a:t>
            </a:r>
            <a:r>
              <a:rPr lang="en-US" dirty="0" err="1"/>
              <a:t>relevan</a:t>
            </a:r>
            <a:r>
              <a:rPr lang="en-US" dirty="0"/>
              <a:t>. </a:t>
            </a:r>
            <a:r>
              <a:rPr lang="en-US" dirty="0" err="1"/>
              <a:t>Alurnya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putus</a:t>
            </a:r>
            <a:r>
              <a:rPr lang="en-US" dirty="0"/>
              <a:t>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pengunjung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menelusuri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natural </a:t>
            </a:r>
            <a:r>
              <a:rPr lang="en-US" dirty="0" err="1"/>
              <a:t>sekaligus</a:t>
            </a:r>
            <a:r>
              <a:rPr lang="en-US" dirty="0"/>
              <a:t> </a:t>
            </a:r>
            <a:r>
              <a:rPr lang="en-US" dirty="0" err="1"/>
              <a:t>memberi</a:t>
            </a:r>
            <a:r>
              <a:rPr lang="en-US" dirty="0"/>
              <a:t> </a:t>
            </a:r>
            <a:r>
              <a:rPr lang="en-US" dirty="0" err="1"/>
              <a:t>sinyal</a:t>
            </a:r>
            <a:r>
              <a:rPr lang="en-US" dirty="0"/>
              <a:t> </a:t>
            </a:r>
            <a:r>
              <a:rPr lang="en-US" dirty="0" err="1"/>
              <a:t>kuat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mesin</a:t>
            </a:r>
            <a:r>
              <a:rPr lang="en-US" dirty="0"/>
              <a:t> </a:t>
            </a:r>
            <a:r>
              <a:rPr lang="en-US" dirty="0" err="1"/>
              <a:t>pencari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 err="1"/>
              <a:t>Navigasi</a:t>
            </a:r>
            <a:r>
              <a:rPr lang="en-US" b="1" dirty="0"/>
              <a:t> Jelas</a:t>
            </a:r>
            <a:br>
              <a:rPr lang="en-US" b="1" dirty="0"/>
            </a:br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navigasi</a:t>
            </a:r>
            <a:r>
              <a:rPr lang="en-US" dirty="0"/>
              <a:t> website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jelas</a:t>
            </a:r>
            <a:r>
              <a:rPr lang="en-US" dirty="0"/>
              <a:t>. Kamu dan </a:t>
            </a:r>
            <a:r>
              <a:rPr lang="en-US" dirty="0" err="1"/>
              <a:t>audiensmu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bingung</a:t>
            </a:r>
            <a:r>
              <a:rPr lang="en-US" dirty="0"/>
              <a:t> </a:t>
            </a:r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/>
              <a:t>konten</a:t>
            </a:r>
            <a:r>
              <a:rPr lang="en-US" dirty="0"/>
              <a:t>, </a:t>
            </a:r>
            <a:r>
              <a:rPr lang="en-US" dirty="0" err="1"/>
              <a:t>sementara</a:t>
            </a:r>
            <a:r>
              <a:rPr lang="en-US" dirty="0"/>
              <a:t> crawler Google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menelusuri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efisien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792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97B85-6C3B-DC7D-CFAB-5019E6ED0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45F4B-6DE8-40DD-AAB3-27440276D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Kenapa Silo SEO Penting bagi Website</a:t>
            </a:r>
            <a:endParaRPr lang="en-US" sz="2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663C14-C626-E0F7-BAD2-037AA3E5C410}"/>
              </a:ext>
            </a:extLst>
          </p:cNvPr>
          <p:cNvSpPr txBox="1"/>
          <p:nvPr/>
        </p:nvSpPr>
        <p:spPr>
          <a:xfrm>
            <a:off x="323127" y="1511810"/>
            <a:ext cx="1154574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Terindeks</a:t>
            </a:r>
            <a:endParaRPr lang="en-US" dirty="0"/>
          </a:p>
          <a:p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arsitektur</a:t>
            </a:r>
            <a:r>
              <a:rPr lang="en-US" dirty="0"/>
              <a:t> SILO,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punya </a:t>
            </a:r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jelas</a:t>
            </a:r>
            <a:r>
              <a:rPr lang="en-US" dirty="0"/>
              <a:t>, </a:t>
            </a:r>
            <a:r>
              <a:rPr lang="en-US" dirty="0" err="1"/>
              <a:t>sehingga</a:t>
            </a:r>
            <a:r>
              <a:rPr lang="en-US" dirty="0"/>
              <a:t> proses indexing </a:t>
            </a:r>
            <a:r>
              <a:rPr lang="en-US" dirty="0" err="1"/>
              <a:t>berjalan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efisien</a:t>
            </a:r>
            <a:r>
              <a:rPr lang="en-US" dirty="0"/>
              <a:t>. </a:t>
            </a:r>
            <a:r>
              <a:rPr lang="en-US" dirty="0" err="1"/>
              <a:t>Akibatnya</a:t>
            </a:r>
            <a:r>
              <a:rPr lang="en-US" dirty="0"/>
              <a:t>, </a:t>
            </a:r>
            <a:r>
              <a:rPr lang="en-US" dirty="0" err="1"/>
              <a:t>peluang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</a:t>
            </a:r>
            <a:r>
              <a:rPr lang="en-US" dirty="0" err="1"/>
              <a:t>cepat</a:t>
            </a:r>
            <a:r>
              <a:rPr lang="en-US" dirty="0"/>
              <a:t> </a:t>
            </a:r>
            <a:r>
              <a:rPr lang="en-US" dirty="0" err="1"/>
              <a:t>muncul</a:t>
            </a:r>
            <a:r>
              <a:rPr lang="en-US" dirty="0"/>
              <a:t> di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pencarian</a:t>
            </a:r>
            <a:r>
              <a:rPr lang="en-US" dirty="0"/>
              <a:t> juga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Membangun</a:t>
            </a:r>
            <a:r>
              <a:rPr lang="en-US" dirty="0"/>
              <a:t> </a:t>
            </a:r>
            <a:r>
              <a:rPr lang="en-US" dirty="0" err="1"/>
              <a:t>Otoritas</a:t>
            </a:r>
            <a:r>
              <a:rPr lang="en-US" dirty="0"/>
              <a:t> </a:t>
            </a:r>
            <a:r>
              <a:rPr lang="en-US" dirty="0" err="1"/>
              <a:t>Topik</a:t>
            </a:r>
            <a:endParaRPr lang="en-US" dirty="0"/>
          </a:p>
          <a:p>
            <a:r>
              <a:rPr lang="en-US" dirty="0"/>
              <a:t>Google </a:t>
            </a:r>
            <a:r>
              <a:rPr lang="en-US" dirty="0" err="1"/>
              <a:t>kini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artikel</a:t>
            </a:r>
            <a:r>
              <a:rPr lang="en-US" dirty="0"/>
              <a:t>, </a:t>
            </a:r>
            <a:r>
              <a:rPr lang="en-US" dirty="0" err="1"/>
              <a:t>tapi</a:t>
            </a:r>
            <a:r>
              <a:rPr lang="en-US" dirty="0"/>
              <a:t> juga </a:t>
            </a:r>
            <a:r>
              <a:rPr lang="en-US" dirty="0" err="1"/>
              <a:t>seberapa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kamu</a:t>
            </a:r>
            <a:r>
              <a:rPr lang="en-US" dirty="0"/>
              <a:t> </a:t>
            </a:r>
            <a:r>
              <a:rPr lang="en-US" dirty="0" err="1"/>
              <a:t>membahas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topik</a:t>
            </a:r>
            <a:r>
              <a:rPr lang="en-US" dirty="0"/>
              <a:t>. </a:t>
            </a:r>
            <a:r>
              <a:rPr lang="en-US" dirty="0" err="1"/>
              <a:t>Dengan</a:t>
            </a:r>
            <a:r>
              <a:rPr lang="en-US" dirty="0"/>
              <a:t> SILO SEO, website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konsistensi</a:t>
            </a:r>
            <a:r>
              <a:rPr lang="en-US" dirty="0"/>
              <a:t> dan </a:t>
            </a:r>
            <a:r>
              <a:rPr lang="en-US" dirty="0" err="1"/>
              <a:t>keahlian</a:t>
            </a:r>
            <a:r>
              <a:rPr lang="en-US" dirty="0"/>
              <a:t> pada </a:t>
            </a:r>
            <a:r>
              <a:rPr lang="en-US" dirty="0" err="1"/>
              <a:t>bidang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Nilai Backlink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Maksimal</a:t>
            </a:r>
            <a:endParaRPr lang="en-US" dirty="0"/>
          </a:p>
          <a:p>
            <a:r>
              <a:rPr lang="en-US" dirty="0" err="1"/>
              <a:t>Bayangkan</a:t>
            </a:r>
            <a:r>
              <a:rPr lang="en-US" dirty="0"/>
              <a:t> </a:t>
            </a:r>
            <a:r>
              <a:rPr lang="en-US" dirty="0" err="1"/>
              <a:t>kamu</a:t>
            </a:r>
            <a:r>
              <a:rPr lang="en-US" dirty="0"/>
              <a:t> </a:t>
            </a:r>
            <a:r>
              <a:rPr lang="en-US" dirty="0" err="1"/>
              <a:t>mendapat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backlink </a:t>
            </a:r>
            <a:r>
              <a:rPr lang="en-US" dirty="0" err="1"/>
              <a:t>berkualitas</a:t>
            </a:r>
            <a:r>
              <a:rPr lang="en-US" dirty="0"/>
              <a:t>. Kalau </a:t>
            </a:r>
            <a:r>
              <a:rPr lang="en-US" dirty="0" err="1"/>
              <a:t>strukturnya</a:t>
            </a:r>
            <a:r>
              <a:rPr lang="en-US" dirty="0"/>
              <a:t> </a:t>
            </a:r>
            <a:r>
              <a:rPr lang="en-US" dirty="0" err="1"/>
              <a:t>rapi</a:t>
            </a:r>
            <a:r>
              <a:rPr lang="en-US" dirty="0"/>
              <a:t>, </a:t>
            </a:r>
            <a:r>
              <a:rPr lang="en-US" dirty="0" err="1"/>
              <a:t>nilai</a:t>
            </a:r>
            <a:r>
              <a:rPr lang="en-US" dirty="0"/>
              <a:t> link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mengalir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internal link. 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869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41E92-8430-8657-E74F-F7E5452F1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F5227-2B1F-1F00-FE5C-E9CBF9CF9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Internal Linking</a:t>
            </a:r>
            <a:endParaRPr lang="en-US" sz="2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6DA9A3-E38E-A904-6357-574428CA5367}"/>
              </a:ext>
            </a:extLst>
          </p:cNvPr>
          <p:cNvSpPr txBox="1"/>
          <p:nvPr/>
        </p:nvSpPr>
        <p:spPr>
          <a:xfrm>
            <a:off x="561372" y="1511810"/>
            <a:ext cx="106081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Internal link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tautan</a:t>
            </a:r>
            <a:r>
              <a:rPr lang="en-US" dirty="0"/>
              <a:t> yang </a:t>
            </a:r>
            <a:r>
              <a:rPr lang="en-US" dirty="0" err="1"/>
              <a:t>mengarahkan</a:t>
            </a:r>
            <a:r>
              <a:rPr lang="en-US" dirty="0"/>
              <a:t> </a:t>
            </a:r>
            <a:r>
              <a:rPr lang="en-US" dirty="0" err="1"/>
              <a:t>pengguna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lain di </a:t>
            </a:r>
            <a:r>
              <a:rPr lang="en-US" dirty="0" err="1"/>
              <a:t>dalam</a:t>
            </a:r>
            <a:r>
              <a:rPr lang="en-US" dirty="0"/>
              <a:t> situs yang </a:t>
            </a:r>
            <a:r>
              <a:rPr lang="en-US" dirty="0" err="1"/>
              <a:t>sama</a:t>
            </a:r>
            <a:r>
              <a:rPr lang="en-US" dirty="0"/>
              <a:t>, </a:t>
            </a:r>
            <a:r>
              <a:rPr lang="en-US" dirty="0" err="1"/>
              <a:t>sedangkan</a:t>
            </a:r>
            <a:r>
              <a:rPr lang="en-US" dirty="0"/>
              <a:t> </a:t>
            </a:r>
            <a:r>
              <a:rPr lang="en-US" dirty="0" err="1"/>
              <a:t>eksternal</a:t>
            </a:r>
            <a:r>
              <a:rPr lang="en-US" dirty="0"/>
              <a:t> link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tautan</a:t>
            </a:r>
            <a:r>
              <a:rPr lang="en-US" dirty="0"/>
              <a:t> yang </a:t>
            </a:r>
            <a:r>
              <a:rPr lang="en-US" dirty="0" err="1"/>
              <a:t>membawa</a:t>
            </a:r>
            <a:r>
              <a:rPr lang="en-US" dirty="0"/>
              <a:t> </a:t>
            </a:r>
            <a:r>
              <a:rPr lang="en-US" dirty="0" err="1"/>
              <a:t>pengguna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lain di </a:t>
            </a:r>
            <a:r>
              <a:rPr lang="en-US" dirty="0" err="1"/>
              <a:t>luar</a:t>
            </a:r>
            <a:r>
              <a:rPr lang="en-US" dirty="0"/>
              <a:t> situs.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Tautan</a:t>
            </a:r>
            <a:r>
              <a:rPr lang="en-US" dirty="0"/>
              <a:t> internal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mesin</a:t>
            </a:r>
            <a:r>
              <a:rPr lang="en-US" dirty="0"/>
              <a:t> </a:t>
            </a:r>
            <a:r>
              <a:rPr lang="en-US" dirty="0" err="1"/>
              <a:t>pencari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situs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. </a:t>
            </a:r>
            <a:r>
              <a:rPr lang="en-US" dirty="0" err="1"/>
              <a:t>Mengingat</a:t>
            </a:r>
            <a:r>
              <a:rPr lang="en-US" dirty="0"/>
              <a:t> </a:t>
            </a:r>
            <a:r>
              <a:rPr lang="en-US" dirty="0" err="1"/>
              <a:t>mesin</a:t>
            </a:r>
            <a:r>
              <a:rPr lang="en-US" dirty="0"/>
              <a:t> </a:t>
            </a:r>
            <a:r>
              <a:rPr lang="en-US" dirty="0" err="1"/>
              <a:t>pencari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internal link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menjelajahi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di situs,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tautan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memastikan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</a:t>
            </a:r>
            <a:r>
              <a:rPr lang="en-US" dirty="0" err="1"/>
              <a:t>diindeks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benar</a:t>
            </a:r>
            <a:r>
              <a:rPr lang="en-US" dirty="0"/>
              <a:t>. 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613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2432D-EECE-3B86-2548-ABDC509D3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B7BF7-8C53-263F-F8EA-F4653E8E5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Praktek</a:t>
            </a:r>
            <a:endParaRPr lang="en-US" sz="2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D4EFF-939C-F3FA-87FA-23F797E02C7F}"/>
              </a:ext>
            </a:extLst>
          </p:cNvPr>
          <p:cNvSpPr txBox="1"/>
          <p:nvPr/>
        </p:nvSpPr>
        <p:spPr>
          <a:xfrm>
            <a:off x="323127" y="1511810"/>
            <a:ext cx="115457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Lanjutkan</a:t>
            </a:r>
            <a:r>
              <a:rPr lang="en-US" dirty="0"/>
              <a:t> website masing2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ini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628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2913-7F71-3563-1B6A-A5DE32EC0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5246D-8FDB-112E-4DF7-DDF12EDCA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Schema Markup (JSON-LD)</a:t>
            </a:r>
            <a:endParaRPr lang="en-US" sz="2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CDF546-8F7B-5F0A-D2B2-E25FF77A8DA5}"/>
              </a:ext>
            </a:extLst>
          </p:cNvPr>
          <p:cNvSpPr txBox="1"/>
          <p:nvPr/>
        </p:nvSpPr>
        <p:spPr>
          <a:xfrm>
            <a:off x="323127" y="1511810"/>
            <a:ext cx="115457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Schema markup</a:t>
            </a:r>
            <a:r>
              <a:rPr lang="en-US" dirty="0"/>
              <a:t> </a:t>
            </a:r>
            <a:r>
              <a:rPr lang="en-US" dirty="0" err="1"/>
              <a:t>adalah</a:t>
            </a:r>
            <a:r>
              <a:rPr lang="en-US" dirty="0"/>
              <a:t> salah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data yang </a:t>
            </a:r>
            <a:r>
              <a:rPr lang="en-US" dirty="0" err="1"/>
              <a:t>berfungsi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 </a:t>
            </a:r>
            <a:r>
              <a:rPr lang="en-US" i="1" dirty="0"/>
              <a:t>search engine</a:t>
            </a:r>
            <a:r>
              <a:rPr lang="en-US" dirty="0"/>
              <a:t>,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 </a:t>
            </a:r>
            <a:r>
              <a:rPr lang="en-US" i="1" dirty="0"/>
              <a:t>website </a:t>
            </a:r>
            <a:r>
              <a:rPr lang="en-US" dirty="0" err="1"/>
              <a:t>atau</a:t>
            </a:r>
            <a:r>
              <a:rPr lang="en-US" dirty="0"/>
              <a:t> </a:t>
            </a:r>
            <a:r>
              <a:rPr lang="en-US" i="1" dirty="0"/>
              <a:t>page </a:t>
            </a:r>
            <a:r>
              <a:rPr lang="en-US" dirty="0"/>
              <a:t>yang </a:t>
            </a:r>
            <a:r>
              <a:rPr lang="en-US" dirty="0" err="1"/>
              <a:t>dibuat</a:t>
            </a:r>
            <a:r>
              <a:rPr lang="en-US" dirty="0"/>
              <a:t>. </a:t>
            </a:r>
            <a:r>
              <a:rPr lang="en-US" i="1" dirty="0"/>
              <a:t>Schema markup</a:t>
            </a:r>
            <a:r>
              <a:rPr lang="en-US" dirty="0"/>
              <a:t> 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memudahkan</a:t>
            </a:r>
            <a:r>
              <a:rPr lang="en-US" dirty="0"/>
              <a:t> </a:t>
            </a:r>
            <a:r>
              <a:rPr lang="en-US" i="1" dirty="0"/>
              <a:t>search engine</a:t>
            </a:r>
            <a:r>
              <a:rPr lang="en-US" dirty="0"/>
              <a:t> 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analisa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yang Anda </a:t>
            </a:r>
            <a:r>
              <a:rPr lang="en-US" dirty="0" err="1"/>
              <a:t>laporkan</a:t>
            </a:r>
            <a:r>
              <a:rPr lang="en-US" dirty="0"/>
              <a:t>.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DBDFDD-04DD-692D-DE8A-2B415A449925}"/>
              </a:ext>
            </a:extLst>
          </p:cNvPr>
          <p:cNvSpPr txBox="1"/>
          <p:nvPr/>
        </p:nvSpPr>
        <p:spPr>
          <a:xfrm>
            <a:off x="629372" y="2652707"/>
            <a:ext cx="63848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Apa </a:t>
            </a:r>
            <a:r>
              <a:rPr lang="en-US" dirty="0" err="1">
                <a:hlinkClick r:id="rId2"/>
              </a:rPr>
              <a:t>itu</a:t>
            </a:r>
            <a:r>
              <a:rPr lang="en-US" dirty="0">
                <a:hlinkClick r:id="rId2"/>
              </a:rPr>
              <a:t> Schema Markup? </a:t>
            </a:r>
            <a:r>
              <a:rPr lang="en-US" dirty="0" err="1">
                <a:hlinkClick r:id="rId2"/>
              </a:rPr>
              <a:t>Pengertian</a:t>
            </a:r>
            <a:r>
              <a:rPr lang="en-US" dirty="0">
                <a:hlinkClick r:id="rId2"/>
              </a:rPr>
              <a:t>, </a:t>
            </a:r>
            <a:r>
              <a:rPr lang="en-US" dirty="0" err="1">
                <a:hlinkClick r:id="rId2"/>
              </a:rPr>
              <a:t>Contoh</a:t>
            </a:r>
            <a:r>
              <a:rPr lang="en-US" dirty="0">
                <a:hlinkClick r:id="rId2"/>
              </a:rPr>
              <a:t> dan Cara </a:t>
            </a:r>
            <a:r>
              <a:rPr lang="en-US" dirty="0" err="1">
                <a:hlinkClick r:id="rId2"/>
              </a:rPr>
              <a:t>Membuat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AAB152-5DBC-F21F-6066-9D5301AE652F}"/>
              </a:ext>
            </a:extLst>
          </p:cNvPr>
          <p:cNvSpPr txBox="1"/>
          <p:nvPr/>
        </p:nvSpPr>
        <p:spPr>
          <a:xfrm>
            <a:off x="629372" y="3239606"/>
            <a:ext cx="6096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Tool SEO Gratis JSON-LD Local Business Schema Generator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838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449</Words>
  <Application>Microsoft Office PowerPoint</Application>
  <PresentationFormat>Widescreen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Cascadia Code</vt:lpstr>
      <vt:lpstr>Playbill</vt:lpstr>
      <vt:lpstr>Office Theme</vt:lpstr>
      <vt:lpstr>PowerPoint Presentation</vt:lpstr>
      <vt:lpstr>Navigasi &amp; Internal Linking</vt:lpstr>
      <vt:lpstr>Struktur URL</vt:lpstr>
      <vt:lpstr>Arsitektur Silo</vt:lpstr>
      <vt:lpstr>Arsitektur Silo</vt:lpstr>
      <vt:lpstr>Kenapa Silo SEO Penting bagi Website</vt:lpstr>
      <vt:lpstr>Internal Linking</vt:lpstr>
      <vt:lpstr>Praktek</vt:lpstr>
      <vt:lpstr>Schema Markup (JSON-LD)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Joses</dc:creator>
  <cp:lastModifiedBy>Steven Joses</cp:lastModifiedBy>
  <cp:revision>22</cp:revision>
  <dcterms:created xsi:type="dcterms:W3CDTF">2026-01-20T02:26:05Z</dcterms:created>
  <dcterms:modified xsi:type="dcterms:W3CDTF">2026-03-11T02:14:11Z</dcterms:modified>
</cp:coreProperties>
</file>