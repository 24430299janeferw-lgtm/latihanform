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8" r:id="rId4"/>
    <p:sldId id="262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66" d="100"/>
          <a:sy n="66" d="100"/>
        </p:scale>
        <p:origin x="43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3E61-D1FE-559A-7714-1F9F2E925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4DEC3-2761-1BF3-BE7B-D59E1A276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41838-244B-7787-2E09-D55AB8F4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83D3C-920A-0E71-AFD4-0A0B88B1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3073B-01B6-4506-F722-0447A981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8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01C9-BD34-6AE2-0927-F74AB75A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A6B5-6159-8758-7848-3647CB97E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ABAA5-AFBC-BA9B-7CC2-E09F2527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A84BD-D1B8-2C34-60A1-C266E1115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1D252-F443-C382-4E6C-39E44100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367C-3CB1-0434-2356-8E2E4CC3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64A0F-2491-E7F4-6874-C444682BB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BC699-366D-0210-210E-A6786A804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E9523-B1DB-C009-AB5A-25118306D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20BBB-5FD8-DE7C-8065-80944BF2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1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AC86-FEE3-E2D0-39B0-332C2778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A7FEE-6F70-C08A-BAEB-16A149A88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4A97F-F0EF-91BB-F2A8-E41504352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91364-4D93-02E9-9A08-BA446E1B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4EE59-9CE5-359C-6964-3997BFC7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FFE09-A6D5-AA46-CA2E-853F05C0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7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18FD-DA12-430F-125B-DA4683AC1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91298-CDB2-FFE2-25D7-DBA7A269D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E6DCE-C7D1-C83C-F877-BF773A704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479427-348E-CFAA-1781-8CE5682D3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F73653-21AF-E414-E39B-694490FD2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4929E-F516-ECEC-5FEE-F44022B4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DCE687-952C-09A6-3109-EF2E01F44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00F1E0-D1D2-2CBB-68A2-D1DDDAC7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2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2B5E3-F8C5-DA4A-9417-736A8B19E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5E206-3C5A-B4B7-76E3-165683DE8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B693A-5DF8-F01E-3164-3FB38224F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E0174-A1AB-4AFB-5F78-02D5738D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6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79797-E3F0-C1AA-F1F8-FA0F55FB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E168FC-7AAA-F66A-2869-49DBC4431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5EACE-2690-40E0-C1B3-96599B34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1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B1E2-D323-33E1-990C-70F7F6ED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4F59-A59E-CDCF-EE71-500569CE5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66EB3-A43E-F44C-3A21-A39FC23EF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E0C91-FAA9-CED3-A9A9-718C8990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B99CC-9CD7-FA61-E9E5-7B9D9FF7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68986-0707-C9D9-795B-25F8082C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45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32CD-CAE7-77A1-B60C-F8C52B988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F975E-6257-9DED-2C73-14CDD052CB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D96F4-4B78-F3AF-A665-3654DF5FE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E8521-5593-8911-C695-274B1C58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2284B-4B82-8004-E82F-1496645D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1092D-C287-83A3-6CC0-D01D0AA0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9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5B9E9-3E1C-38B7-E952-3EBFE7FFB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5C8E6-54A6-EA3E-E7F7-59E9948EC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8A263-9920-D091-7AE3-865523C8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66EA2-E65F-110E-109B-6092B963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D7130-FF78-2585-4D37-66F2E4C6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7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E9AF41-68B3-F758-AAC0-4FF85712C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F6842-DAB5-4B74-61A2-7AB11D1C7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251B0-92C5-C08A-ED38-B4BB5682B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0D11E-6850-583D-859C-F5AEFB894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19A0-ADF9-5BFC-99FB-CD6D0507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10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612DF5-2DE2-7FB9-3260-57ED9167B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EBA53-311B-844A-1A87-456B6263B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576EC-739F-106F-EC93-CE7E5E540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FBC0A-E116-784B-1EDC-92C8081ED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15D4C-A2DE-ECB4-6983-E3B7E3DD2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8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F47B06-6C69-E870-4CA3-28D644832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5" b="3130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6A50C42-F77D-5203-3CFB-40199217F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250328"/>
            <a:ext cx="9144000" cy="425370"/>
          </a:xfrm>
        </p:spPr>
        <p:txBody>
          <a:bodyPr>
            <a:normAutofit/>
          </a:bodyPr>
          <a:lstStyle/>
          <a:p>
            <a:r>
              <a:rPr lang="en-US" dirty="0"/>
              <a:t>Steven Joses,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2197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F593-127F-848F-656F-FF744D2C5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03776"/>
            <a:ext cx="9144000" cy="1250447"/>
          </a:xfrm>
        </p:spPr>
        <p:txBody>
          <a:bodyPr>
            <a:normAutofit/>
          </a:bodyPr>
          <a:lstStyle/>
          <a:p>
            <a:r>
              <a:rPr lang="de-DE" sz="8000" dirty="0">
                <a:latin typeface="Playbill" panose="040506030A0602020202" pitchFamily="82" charset="0"/>
              </a:rPr>
              <a:t>SEM &amp; Landing Page Optimization</a:t>
            </a:r>
            <a:endParaRPr lang="en-US" sz="8000" dirty="0">
              <a:latin typeface="Playbill" panose="040506030A06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550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59ECA9-798D-F400-247D-A74DE0236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03BC2-7690-B84D-772E-3A2FC64CE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EO vs SEM: What’s the Difference? | FourFront">
            <a:extLst>
              <a:ext uri="{FF2B5EF4-FFF2-40B4-BE49-F238E27FC236}">
                <a16:creationId xmlns:a16="http://schemas.microsoft.com/office/drawing/2014/main" id="{7F0C6154-C0F8-338E-4B3E-F0C18D43C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329" y="0"/>
            <a:ext cx="103593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48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3391C-E606-EF51-3EBE-BE92C6118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1A6B-D5CD-9E3B-C835-023F832B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SEO &amp; SEM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C9419-1DBD-48AC-0D9E-56E747DC0291}"/>
              </a:ext>
            </a:extLst>
          </p:cNvPr>
          <p:cNvSpPr txBox="1"/>
          <p:nvPr/>
        </p:nvSpPr>
        <p:spPr>
          <a:xfrm>
            <a:off x="323127" y="1511810"/>
            <a:ext cx="115457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SEO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investasi</a:t>
            </a:r>
            <a:r>
              <a:rPr lang="en-US" dirty="0"/>
              <a:t> </a:t>
            </a:r>
            <a:r>
              <a:rPr lang="en-US" dirty="0" err="1"/>
              <a:t>jangka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 (</a:t>
            </a:r>
            <a:r>
              <a:rPr lang="en-US" dirty="0" err="1"/>
              <a:t>organik</a:t>
            </a:r>
            <a:r>
              <a:rPr lang="en-US" dirty="0"/>
              <a:t>), </a:t>
            </a:r>
            <a:r>
              <a:rPr lang="en-US" dirty="0" err="1"/>
              <a:t>sedangkan</a:t>
            </a:r>
            <a:r>
              <a:rPr lang="en-US" dirty="0"/>
              <a:t> SEM (Google Ads)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instan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membayar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Google Ads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"</a:t>
            </a:r>
            <a:r>
              <a:rPr lang="en-US" dirty="0" err="1"/>
              <a:t>siapa</a:t>
            </a:r>
            <a:r>
              <a:rPr lang="en-US" dirty="0"/>
              <a:t> </a:t>
            </a:r>
            <a:r>
              <a:rPr lang="en-US" dirty="0" err="1"/>
              <a:t>bayar</a:t>
            </a:r>
            <a:r>
              <a:rPr lang="en-US" dirty="0"/>
              <a:t> paling mahal". Google </a:t>
            </a:r>
            <a:r>
              <a:rPr lang="en-US" dirty="0" err="1"/>
              <a:t>menilai</a:t>
            </a:r>
            <a:r>
              <a:rPr lang="en-US" dirty="0"/>
              <a:t> </a:t>
            </a:r>
            <a:r>
              <a:rPr lang="en-US" dirty="0" err="1"/>
              <a:t>kualitas</a:t>
            </a:r>
            <a:r>
              <a:rPr lang="en-US" dirty="0"/>
              <a:t> website Anda. Jika web </a:t>
            </a:r>
            <a:r>
              <a:rPr lang="en-US" dirty="0" err="1"/>
              <a:t>lambat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relevan</a:t>
            </a:r>
            <a:r>
              <a:rPr lang="en-US" dirty="0"/>
              <a:t>, </a:t>
            </a: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iklan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mahal.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2980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2C133-AC02-B7D7-B9A0-5686BF6FF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F8A01-D5B1-3A98-72D2-2F86094D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Praktek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5F48CF-C727-E718-3B8B-706115C45185}"/>
              </a:ext>
            </a:extLst>
          </p:cNvPr>
          <p:cNvSpPr txBox="1"/>
          <p:nvPr/>
        </p:nvSpPr>
        <p:spPr>
          <a:xfrm>
            <a:off x="323127" y="1511810"/>
            <a:ext cx="115457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Menghilangkan</a:t>
            </a:r>
            <a:r>
              <a:rPr lang="en-US" b="1" dirty="0"/>
              <a:t> </a:t>
            </a:r>
            <a:r>
              <a:rPr lang="en-US" b="1" dirty="0" err="1"/>
              <a:t>Distraksi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menu </a:t>
            </a:r>
            <a:r>
              <a:rPr lang="en-US" dirty="0" err="1"/>
              <a:t>navigasi</a:t>
            </a:r>
            <a:r>
              <a:rPr lang="en-US" dirty="0"/>
              <a:t> yang </a:t>
            </a:r>
            <a:r>
              <a:rPr lang="en-US" dirty="0" err="1"/>
              <a:t>banyak</a:t>
            </a:r>
            <a:r>
              <a:rPr lang="en-US" dirty="0"/>
              <a:t> agar user </a:t>
            </a:r>
            <a:r>
              <a:rPr lang="en-US" dirty="0" err="1"/>
              <a:t>fokus</a:t>
            </a:r>
            <a:r>
              <a:rPr lang="en-US" dirty="0"/>
              <a:t> pada </a:t>
            </a:r>
            <a:r>
              <a:rPr lang="en-US" dirty="0" err="1"/>
              <a:t>penawaran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Hero Section: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paling </a:t>
            </a:r>
            <a:r>
              <a:rPr lang="en-US" dirty="0" err="1"/>
              <a:t>atas</a:t>
            </a:r>
            <a:r>
              <a:rPr lang="en-US" dirty="0"/>
              <a:t> yang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Judul</a:t>
            </a:r>
            <a:r>
              <a:rPr lang="en-US" dirty="0"/>
              <a:t> (H1) yang </a:t>
            </a:r>
            <a:r>
              <a:rPr lang="en-US" dirty="0" err="1"/>
              <a:t>menarik</a:t>
            </a:r>
            <a:r>
              <a:rPr lang="en-US" dirty="0"/>
              <a:t> dan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CTA (Call to Action):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tombol</a:t>
            </a:r>
            <a:r>
              <a:rPr lang="en-US" dirty="0"/>
              <a:t> yang </a:t>
            </a:r>
            <a:r>
              <a:rPr lang="en-US" dirty="0" err="1"/>
              <a:t>kontras</a:t>
            </a:r>
            <a:r>
              <a:rPr lang="en-US" dirty="0"/>
              <a:t> (</a:t>
            </a:r>
            <a:r>
              <a:rPr lang="en-US" dirty="0" err="1"/>
              <a:t>misal</a:t>
            </a:r>
            <a:r>
              <a:rPr lang="en-US" dirty="0"/>
              <a:t>: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oranye</a:t>
            </a:r>
            <a:r>
              <a:rPr lang="en-US" dirty="0"/>
              <a:t> di background </a:t>
            </a:r>
            <a:r>
              <a:rPr lang="en-US" dirty="0" err="1"/>
              <a:t>putih</a:t>
            </a:r>
            <a:r>
              <a:rPr lang="en-US" dirty="0"/>
              <a:t>)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yang </a:t>
            </a:r>
            <a:r>
              <a:rPr lang="en-US" dirty="0" err="1"/>
              <a:t>kuat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"Daftar </a:t>
            </a:r>
            <a:r>
              <a:rPr lang="en-US" dirty="0" err="1"/>
              <a:t>Sekarang</a:t>
            </a:r>
            <a:r>
              <a:rPr lang="en-US" dirty="0"/>
              <a:t>" </a:t>
            </a:r>
            <a:r>
              <a:rPr lang="en-US" dirty="0" err="1"/>
              <a:t>atau</a:t>
            </a:r>
            <a:r>
              <a:rPr lang="en-US" dirty="0"/>
              <a:t> "</a:t>
            </a:r>
            <a:r>
              <a:rPr lang="en-US" dirty="0" err="1"/>
              <a:t>Konsultasi</a:t>
            </a:r>
            <a:r>
              <a:rPr lang="en-US" dirty="0"/>
              <a:t> Gratis".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Sticky Button:</a:t>
            </a:r>
            <a:r>
              <a:rPr lang="en-US" dirty="0"/>
              <a:t> </a:t>
            </a:r>
            <a:r>
              <a:rPr lang="en-US" dirty="0" err="1"/>
              <a:t>Praktik</a:t>
            </a:r>
            <a:r>
              <a:rPr lang="en-US" dirty="0"/>
              <a:t> CSS agar </a:t>
            </a:r>
            <a:r>
              <a:rPr lang="en-US" dirty="0" err="1"/>
              <a:t>tombol</a:t>
            </a:r>
            <a:r>
              <a:rPr lang="en-US" dirty="0"/>
              <a:t> WhatsApp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mengapung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di-scroll.</a:t>
            </a:r>
          </a:p>
        </p:txBody>
      </p:sp>
    </p:spTree>
    <p:extLst>
      <p:ext uri="{BB962C8B-B14F-4D97-AF65-F5344CB8AC3E}">
        <p14:creationId xmlns:p14="http://schemas.microsoft.com/office/powerpoint/2010/main" val="104792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151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Cascadia Code</vt:lpstr>
      <vt:lpstr>Playbill</vt:lpstr>
      <vt:lpstr>Office Theme</vt:lpstr>
      <vt:lpstr>PowerPoint Presentation</vt:lpstr>
      <vt:lpstr>SEM &amp; Landing Page Optimization</vt:lpstr>
      <vt:lpstr>PowerPoint Presentation</vt:lpstr>
      <vt:lpstr>PowerPoint Presentation</vt:lpstr>
      <vt:lpstr>SEO &amp; SEM</vt:lpstr>
      <vt:lpstr>Praktek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Joses</dc:creator>
  <cp:lastModifiedBy>Steven Joses</cp:lastModifiedBy>
  <cp:revision>21</cp:revision>
  <dcterms:created xsi:type="dcterms:W3CDTF">2026-01-20T02:26:05Z</dcterms:created>
  <dcterms:modified xsi:type="dcterms:W3CDTF">2026-02-22T06:14:32Z</dcterms:modified>
</cp:coreProperties>
</file>