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E61-D1FE-559A-7714-1F9F2E925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4DEC3-2761-1BF3-BE7B-D59E1A276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41838-244B-7787-2E09-D55AB8F4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3D3C-920A-0E71-AFD4-0A0B88B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073B-01B6-4506-F722-0447A981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8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01C9-BD34-6AE2-0927-F74AB75A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A6B5-6159-8758-7848-3647CB97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ABAA5-AFBC-BA9B-7CC2-E09F2527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84BD-D1B8-2C34-60A1-C266E111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D252-F443-C382-4E6C-39E44100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367C-3CB1-0434-2356-8E2E4CC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64A0F-2491-E7F4-6874-C444682BB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C699-366D-0210-210E-A6786A80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523-B1DB-C009-AB5A-25118306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0BBB-5FD8-DE7C-8065-80944BF2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1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AC86-FEE3-E2D0-39B0-332C2778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7FEE-6F70-C08A-BAEB-16A149A88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4A97F-F0EF-91BB-F2A8-E4150435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91364-4D93-02E9-9A08-BA446E1B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4EE59-9CE5-359C-6964-3997BFC7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FFE09-A6D5-AA46-CA2E-853F05C0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18FD-DA12-430F-125B-DA4683AC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91298-CDB2-FFE2-25D7-DBA7A269D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E6DCE-C7D1-C83C-F877-BF773A704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79427-348E-CFAA-1781-8CE5682D3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73653-21AF-E414-E39B-694490FD2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4929E-F516-ECEC-5FEE-F44022B4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CE687-952C-09A6-3109-EF2E01F4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0F1E0-D1D2-2CBB-68A2-D1DDDAC7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B5E3-F8C5-DA4A-9417-736A8B19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5E206-3C5A-B4B7-76E3-165683DE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B693A-5DF8-F01E-3164-3FB38224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E0174-A1AB-4AFB-5F78-02D5738D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6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79797-E3F0-C1AA-F1F8-FA0F55FB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168FC-7AAA-F66A-2869-49DBC443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5EACE-2690-40E0-C1B3-96599B34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B1E2-D323-33E1-990C-70F7F6ED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4F59-A59E-CDCF-EE71-500569CE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66EB3-A43E-F44C-3A21-A39FC23EF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E0C91-FAA9-CED3-A9A9-718C8990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B99CC-9CD7-FA61-E9E5-7B9D9FF7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68986-0707-C9D9-795B-25F8082C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32CD-CAE7-77A1-B60C-F8C52B98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F975E-6257-9DED-2C73-14CDD052C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D96F4-4B78-F3AF-A665-3654DF5FE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8521-5593-8911-C695-274B1C5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284B-4B82-8004-E82F-1496645D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1092D-C287-83A3-6CC0-D01D0AA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9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B9E9-3E1C-38B7-E952-3EBFE7FF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5C8E6-54A6-EA3E-E7F7-59E9948E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A263-9920-D091-7AE3-865523C8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66EA2-E65F-110E-109B-6092B963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D7130-FF78-2585-4D37-66F2E4C6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7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9AF41-68B3-F758-AAC0-4FF85712C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F6842-DAB5-4B74-61A2-7AB11D1C7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51B0-92C5-C08A-ED38-B4BB5682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D11E-6850-583D-859C-F5AEFB89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19A0-ADF9-5BFC-99FB-CD6D050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1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12DF5-2DE2-7FB9-3260-57ED9167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EBA53-311B-844A-1A87-456B6263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76EC-739F-106F-EC93-CE7E5E540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BC0A-E116-784B-1EDC-92C8081ED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5D4C-A2DE-ECB4-6983-E3B7E3DD2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8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F47B06-6C69-E870-4CA3-28D64483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5" b="313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A50C42-F77D-5203-3CFB-40199217F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50328"/>
            <a:ext cx="9144000" cy="425370"/>
          </a:xfrm>
        </p:spPr>
        <p:txBody>
          <a:bodyPr>
            <a:normAutofit/>
          </a:bodyPr>
          <a:lstStyle/>
          <a:p>
            <a:r>
              <a:rPr lang="en-US" dirty="0"/>
              <a:t>Steven Joses,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463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F593-127F-848F-656F-FF744D2C5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6926"/>
            <a:ext cx="9144000" cy="1204148"/>
          </a:xfrm>
        </p:spPr>
        <p:txBody>
          <a:bodyPr>
            <a:normAutofit/>
          </a:bodyPr>
          <a:lstStyle/>
          <a:p>
            <a:r>
              <a:rPr lang="de-DE" sz="8000" dirty="0">
                <a:latin typeface="Playbill" panose="040506030A0602020202" pitchFamily="82" charset="0"/>
              </a:rPr>
              <a:t>Analytics &amp; Final Project</a:t>
            </a:r>
            <a:endParaRPr lang="en-US" sz="8000" dirty="0">
              <a:latin typeface="Playbill" panose="040506030A06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55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A545-FE7C-A26F-EB3D-1AF130B1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Analisis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B399E-4EDC-4593-5E12-E5CD67392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 </a:t>
            </a:r>
            <a:r>
              <a:rPr lang="en-US" dirty="0" err="1"/>
              <a:t>saja</a:t>
            </a:r>
            <a:r>
              <a:rPr lang="en-US" dirty="0"/>
              <a:t> yang di </a:t>
            </a:r>
            <a:r>
              <a:rPr lang="en-US" dirty="0" err="1"/>
              <a:t>kembangkan</a:t>
            </a:r>
            <a:r>
              <a:rPr lang="en-US" dirty="0"/>
              <a:t> pada project website yang Anda </a:t>
            </a:r>
            <a:r>
              <a:rPr lang="en-US" dirty="0" err="1"/>
              <a:t>buat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45697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28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Playbill</vt:lpstr>
      <vt:lpstr>Office Theme</vt:lpstr>
      <vt:lpstr>PowerPoint Presentation</vt:lpstr>
      <vt:lpstr>Analytics &amp; Final Project</vt:lpstr>
      <vt:lpstr>Analisis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Joses</dc:creator>
  <cp:lastModifiedBy>Steven Joses</cp:lastModifiedBy>
  <cp:revision>21</cp:revision>
  <dcterms:created xsi:type="dcterms:W3CDTF">2026-01-20T02:26:05Z</dcterms:created>
  <dcterms:modified xsi:type="dcterms:W3CDTF">2026-02-22T06:15:04Z</dcterms:modified>
</cp:coreProperties>
</file>