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56" r:id="rId3"/>
    <p:sldId id="258" r:id="rId4"/>
    <p:sldId id="262" r:id="rId5"/>
    <p:sldId id="264" r:id="rId6"/>
    <p:sldId id="263" r:id="rId7"/>
    <p:sldId id="26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9" autoAdjust="0"/>
    <p:restoredTop sz="94660"/>
  </p:normalViewPr>
  <p:slideViewPr>
    <p:cSldViewPr snapToGrid="0">
      <p:cViewPr varScale="1">
        <p:scale>
          <a:sx n="66" d="100"/>
          <a:sy n="66" d="100"/>
        </p:scale>
        <p:origin x="439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B3E61-D1FE-559A-7714-1F9F2E925B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94DEC3-2761-1BF3-BE7B-D59E1A276F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741838-244B-7787-2E09-D55AB8F4F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9132B-C42A-4748-BF52-458339B755D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C83D3C-920A-0E71-AFD4-0A0B88B1E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3073B-01B6-4506-F722-0447A9812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8E241-0D8F-41D0-9464-8D9400725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685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101C9-BD34-6AE2-0927-F74AB75A0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DA6B5-6159-8758-7848-3647CB97E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ABAA5-AFBC-BA9B-7CC2-E09F2527C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9132B-C42A-4748-BF52-458339B755D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6A84BD-D1B8-2C34-60A1-C266E1115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1D252-F443-C382-4E6C-39E441004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8E241-0D8F-41D0-9464-8D9400725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387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3367C-3CB1-0434-2356-8E2E4CC3F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964A0F-2491-E7F4-6874-C444682BB6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9BC699-366D-0210-210E-A6786A804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9132B-C42A-4748-BF52-458339B755D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6E9523-B1DB-C009-AB5A-25118306D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20BBB-5FD8-DE7C-8065-80944BF29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8E241-0D8F-41D0-9464-8D9400725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314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2AC86-FEE3-E2D0-39B0-332C2778E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A7FEE-6F70-C08A-BAEB-16A149A887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C4A97F-F0EF-91BB-F2A8-E41504352E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691364-4D93-02E9-9A08-BA446E1BE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9132B-C42A-4748-BF52-458339B755D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94EE59-9CE5-359C-6964-3997BFC7A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9FFE09-A6D5-AA46-CA2E-853F05C03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8E241-0D8F-41D0-9464-8D9400725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270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418FD-DA12-430F-125B-DA4683AC1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691298-CDB2-FFE2-25D7-DBA7A269D5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6E6DCE-C7D1-C83C-F877-BF773A7043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479427-348E-CFAA-1781-8CE5682D35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F73653-21AF-E414-E39B-694490FD21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74929E-F516-ECEC-5FEE-F44022B4B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9132B-C42A-4748-BF52-458339B755D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DCE687-952C-09A6-3109-EF2E01F44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00F1E0-D1D2-2CBB-68A2-D1DDDAC75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8E241-0D8F-41D0-9464-8D9400725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228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2B5E3-F8C5-DA4A-9417-736A8B19E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A5E206-3C5A-B4B7-76E3-165683DE8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9132B-C42A-4748-BF52-458339B755D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BB693A-5DF8-F01E-3164-3FB38224F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5E0174-A1AB-4AFB-5F78-02D5738D6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8E241-0D8F-41D0-9464-8D9400725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269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779797-E3F0-C1AA-F1F8-FA0F55FB7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9132B-C42A-4748-BF52-458339B755D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E168FC-7AAA-F66A-2869-49DBC4431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F5EACE-2690-40E0-C1B3-96599B345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8E241-0D8F-41D0-9464-8D9400725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315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0B1E2-D323-33E1-990C-70F7F6EDD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4F59-A59E-CDCF-EE71-500569CE5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066EB3-A43E-F44C-3A21-A39FC23EFD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1E0C91-FAA9-CED3-A9A9-718C89908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9132B-C42A-4748-BF52-458339B755D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AB99CC-9CD7-FA61-E9E5-7B9D9FF7B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B68986-0707-C9D9-795B-25F8082C7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8E241-0D8F-41D0-9464-8D9400725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445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D32CD-CAE7-77A1-B60C-F8C52B988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2F975E-6257-9DED-2C73-14CDD052CB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FD96F4-4B78-F3AF-A665-3654DF5FE6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1E8521-5593-8911-C695-274B1C582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9132B-C42A-4748-BF52-458339B755D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72284B-4B82-8004-E82F-1496645D5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E1092D-C287-83A3-6CC0-D01D0AA09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8E241-0D8F-41D0-9464-8D9400725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090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5B9E9-3E1C-38B7-E952-3EBFE7FFB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05C8E6-54A6-EA3E-E7F7-59E9948ECD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28A263-9920-D091-7AE3-865523C8F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9132B-C42A-4748-BF52-458339B755D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466EA2-E65F-110E-109B-6092B9635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D7130-FF78-2585-4D37-66F2E4C6F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8E241-0D8F-41D0-9464-8D9400725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870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E9AF41-68B3-F758-AAC0-4FF85712CA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2F6842-DAB5-4B74-61A2-7AB11D1C77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4251B0-92C5-C08A-ED38-B4BB5682B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9132B-C42A-4748-BF52-458339B755D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0D11E-6850-583D-859C-F5AEFB894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AB19A0-ADF9-5BFC-99FB-CD6D0507A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8E241-0D8F-41D0-9464-8D9400725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210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612DF5-2DE2-7FB9-3260-57ED9167B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6EBA53-311B-844A-1A87-456B6263BB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0576EC-739F-106F-EC93-CE7E5E5406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C9132B-C42A-4748-BF52-458339B755D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9FBC0A-E116-784B-1EDC-92C8081ED2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915D4C-A2DE-ECB4-6983-E3B7E3DD21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78E241-0D8F-41D0-9464-8D9400725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982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9F47B06-6C69-E870-4CA3-28D644832F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55" b="3130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16A50C42-F77D-5203-3CFB-40199217F7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250328"/>
            <a:ext cx="9144000" cy="425370"/>
          </a:xfrm>
        </p:spPr>
        <p:txBody>
          <a:bodyPr>
            <a:normAutofit/>
          </a:bodyPr>
          <a:lstStyle/>
          <a:p>
            <a:r>
              <a:rPr lang="en-US" dirty="0"/>
              <a:t>Steven Joses, </a:t>
            </a:r>
            <a:r>
              <a:rPr lang="en-US" dirty="0" err="1"/>
              <a:t>S.Kom</a:t>
            </a:r>
            <a:r>
              <a:rPr lang="en-US" dirty="0"/>
              <a:t>., </a:t>
            </a:r>
            <a:r>
              <a:rPr lang="en-US" dirty="0" err="1"/>
              <a:t>M.Kom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8244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5F593-127F-848F-656F-FF744D2C5F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>
            <a:normAutofit fontScale="90000"/>
          </a:bodyPr>
          <a:lstStyle/>
          <a:p>
            <a:br>
              <a:rPr lang="de-DE" sz="8000" dirty="0">
                <a:latin typeface="Playbill" panose="040506030A0602020202" pitchFamily="82" charset="0"/>
              </a:rPr>
            </a:br>
            <a:r>
              <a:rPr lang="de-DE" sz="8000" dirty="0">
                <a:latin typeface="Playbill" panose="040506030A0602020202" pitchFamily="82" charset="0"/>
              </a:rPr>
              <a:t>Kecepatan dan Performa</a:t>
            </a:r>
            <a:br>
              <a:rPr lang="de-DE" sz="8000" dirty="0">
                <a:latin typeface="Playbill" panose="040506030A0602020202" pitchFamily="82" charset="0"/>
              </a:rPr>
            </a:br>
            <a:r>
              <a:rPr lang="de-DE" sz="8000" dirty="0">
                <a:latin typeface="Playbill" panose="040506030A0602020202" pitchFamily="82" charset="0"/>
              </a:rPr>
              <a:t>(Technical SEO)</a:t>
            </a:r>
            <a:endParaRPr lang="en-US" sz="8000" dirty="0">
              <a:latin typeface="Playbill" panose="040506030A06020202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2550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Understanding and using Core Web Vitals – Akshay Ranganath's Blogs">
            <a:extLst>
              <a:ext uri="{FF2B5EF4-FFF2-40B4-BE49-F238E27FC236}">
                <a16:creationId xmlns:a16="http://schemas.microsoft.com/office/drawing/2014/main" id="{5681591B-E754-F766-CB55-2B326325D9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413" y="0"/>
            <a:ext cx="1194276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79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03BC2-7690-B84D-772E-3A2FC64CE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1F95B-FBCD-C47B-C626-03184AA42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Memahami</a:t>
            </a: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Core Web Vitals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EBD9B7-729A-A249-24D7-7F987489CCFA}"/>
              </a:ext>
            </a:extLst>
          </p:cNvPr>
          <p:cNvSpPr txBox="1"/>
          <p:nvPr/>
        </p:nvSpPr>
        <p:spPr>
          <a:xfrm>
            <a:off x="323127" y="1511810"/>
            <a:ext cx="1154574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LCP (Largest </a:t>
            </a:r>
            <a:r>
              <a:rPr lang="en-US" b="1" dirty="0" err="1"/>
              <a:t>Contentful</a:t>
            </a:r>
            <a:r>
              <a:rPr lang="en-US" b="1" dirty="0"/>
              <a:t> Paint)</a:t>
            </a:r>
            <a:endParaRPr lang="en-US" dirty="0"/>
          </a:p>
          <a:p>
            <a:r>
              <a:rPr lang="en-US" dirty="0" err="1"/>
              <a:t>Mengukur</a:t>
            </a:r>
            <a:r>
              <a:rPr lang="en-US" dirty="0"/>
              <a:t> </a:t>
            </a:r>
            <a:r>
              <a:rPr lang="en-US" dirty="0" err="1"/>
              <a:t>kecepatan</a:t>
            </a:r>
            <a:r>
              <a:rPr lang="en-US" dirty="0"/>
              <a:t> </a:t>
            </a:r>
            <a:r>
              <a:rPr lang="en-US" i="1" dirty="0"/>
              <a:t>loading</a:t>
            </a:r>
            <a:r>
              <a:rPr lang="en-US" dirty="0"/>
              <a:t>. Kapan </a:t>
            </a:r>
            <a:r>
              <a:rPr lang="en-US" dirty="0" err="1"/>
              <a:t>gambar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teks</a:t>
            </a:r>
            <a:r>
              <a:rPr lang="en-US" dirty="0"/>
              <a:t> </a:t>
            </a:r>
            <a:r>
              <a:rPr lang="en-US" dirty="0" err="1"/>
              <a:t>terbesar</a:t>
            </a:r>
            <a:r>
              <a:rPr lang="en-US" dirty="0"/>
              <a:t> di </a:t>
            </a:r>
            <a:r>
              <a:rPr lang="en-US" dirty="0" err="1"/>
              <a:t>layar</a:t>
            </a:r>
            <a:r>
              <a:rPr lang="en-US" dirty="0"/>
              <a:t> </a:t>
            </a:r>
            <a:r>
              <a:rPr lang="en-US" dirty="0" err="1"/>
              <a:t>muncul</a:t>
            </a:r>
            <a:r>
              <a:rPr lang="en-US" dirty="0"/>
              <a:t>? (Target: &lt; 2.5 </a:t>
            </a:r>
            <a:r>
              <a:rPr lang="en-US" dirty="0" err="1"/>
              <a:t>detik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b="1" dirty="0"/>
              <a:t>FID (First Input Delay)</a:t>
            </a:r>
          </a:p>
          <a:p>
            <a:r>
              <a:rPr lang="en-US" dirty="0" err="1"/>
              <a:t>Mengukur</a:t>
            </a:r>
            <a:r>
              <a:rPr lang="en-US" dirty="0"/>
              <a:t> </a:t>
            </a:r>
            <a:r>
              <a:rPr lang="en-US" dirty="0" err="1"/>
              <a:t>responsivitas</a:t>
            </a:r>
            <a:r>
              <a:rPr lang="en-US" dirty="0"/>
              <a:t>. Saat user </a:t>
            </a:r>
            <a:r>
              <a:rPr lang="en-US" dirty="0" err="1"/>
              <a:t>klik</a:t>
            </a:r>
            <a:r>
              <a:rPr lang="en-US" dirty="0"/>
              <a:t> </a:t>
            </a:r>
            <a:r>
              <a:rPr lang="en-US" dirty="0" err="1"/>
              <a:t>tombol</a:t>
            </a:r>
            <a:r>
              <a:rPr lang="en-US" dirty="0"/>
              <a:t>, </a:t>
            </a:r>
            <a:r>
              <a:rPr lang="en-US" dirty="0" err="1"/>
              <a:t>berapa</a:t>
            </a:r>
            <a:r>
              <a:rPr lang="en-US" dirty="0"/>
              <a:t> lama web </a:t>
            </a:r>
            <a:r>
              <a:rPr lang="en-US" dirty="0" err="1"/>
              <a:t>merespons</a:t>
            </a:r>
            <a:r>
              <a:rPr lang="en-US" dirty="0"/>
              <a:t>? (Target: &lt; 100ms)</a:t>
            </a:r>
          </a:p>
          <a:p>
            <a:endParaRPr lang="en-US" b="1" dirty="0"/>
          </a:p>
          <a:p>
            <a:r>
              <a:rPr lang="en-US" b="1" dirty="0"/>
              <a:t>CLS (Cumulative Layout Shift):</a:t>
            </a:r>
            <a:r>
              <a:rPr lang="en-US" dirty="0"/>
              <a:t> </a:t>
            </a:r>
            <a:r>
              <a:rPr lang="en-US" dirty="0" err="1"/>
              <a:t>Mengukur</a:t>
            </a:r>
            <a:r>
              <a:rPr lang="en-US" dirty="0"/>
              <a:t> </a:t>
            </a:r>
            <a:r>
              <a:rPr lang="en-US" dirty="0" err="1"/>
              <a:t>stabilitas</a:t>
            </a:r>
            <a:r>
              <a:rPr lang="en-US" dirty="0"/>
              <a:t> visual. </a:t>
            </a:r>
            <a:r>
              <a:rPr lang="en-US" dirty="0" err="1"/>
              <a:t>Apakah</a:t>
            </a:r>
            <a:r>
              <a:rPr lang="en-US" dirty="0"/>
              <a:t> </a:t>
            </a:r>
            <a:r>
              <a:rPr lang="en-US" dirty="0" err="1"/>
              <a:t>konten</a:t>
            </a:r>
            <a:r>
              <a:rPr lang="en-US" dirty="0"/>
              <a:t> "</a:t>
            </a:r>
            <a:r>
              <a:rPr lang="en-US" dirty="0" err="1"/>
              <a:t>lompat-lompat</a:t>
            </a:r>
            <a:r>
              <a:rPr lang="en-US" dirty="0"/>
              <a:t>" </a:t>
            </a:r>
            <a:r>
              <a:rPr lang="en-US" dirty="0" err="1"/>
              <a:t>saat</a:t>
            </a:r>
            <a:r>
              <a:rPr lang="en-US" dirty="0"/>
              <a:t> loading? (Target: &lt; 0.1).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39488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3391C-E606-EF51-3EBE-BE92C6118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31A6B-D5CD-9E3B-C835-023F832BE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Praktek</a:t>
            </a:r>
            <a:endParaRPr lang="en-US" sz="24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BC9419-1DBD-48AC-0D9E-56E747DC0291}"/>
              </a:ext>
            </a:extLst>
          </p:cNvPr>
          <p:cNvSpPr txBox="1"/>
          <p:nvPr/>
        </p:nvSpPr>
        <p:spPr>
          <a:xfrm>
            <a:off x="323127" y="1511810"/>
            <a:ext cx="115457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Chrome &gt; Inspect &gt; Performance</a:t>
            </a:r>
          </a:p>
        </p:txBody>
      </p:sp>
    </p:spTree>
    <p:extLst>
      <p:ext uri="{BB962C8B-B14F-4D97-AF65-F5344CB8AC3E}">
        <p14:creationId xmlns:p14="http://schemas.microsoft.com/office/powerpoint/2010/main" val="729803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2C133-AC02-B7D7-B9A0-5686BF6FF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F8A01-D5B1-3A98-72D2-2F86094DF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Konsep</a:t>
            </a:r>
            <a:r>
              <a:rPr lang="en-US" sz="2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Minification &amp; Caching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5F48CF-C727-E718-3B8B-706115C45185}"/>
              </a:ext>
            </a:extLst>
          </p:cNvPr>
          <p:cNvSpPr txBox="1"/>
          <p:nvPr/>
        </p:nvSpPr>
        <p:spPr>
          <a:xfrm>
            <a:off x="323127" y="1511810"/>
            <a:ext cx="1154574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Minification:</a:t>
            </a:r>
            <a:r>
              <a:rPr lang="en-US" dirty="0"/>
              <a:t> Proses </a:t>
            </a:r>
            <a:r>
              <a:rPr lang="en-US" dirty="0" err="1"/>
              <a:t>menghapus</a:t>
            </a:r>
            <a:r>
              <a:rPr lang="en-US" dirty="0"/>
              <a:t> </a:t>
            </a:r>
            <a:r>
              <a:rPr lang="en-US" dirty="0" err="1"/>
              <a:t>spasi</a:t>
            </a:r>
            <a:r>
              <a:rPr lang="en-US" dirty="0"/>
              <a:t>, </a:t>
            </a:r>
            <a:r>
              <a:rPr lang="en-US" dirty="0" err="1"/>
              <a:t>komentar</a:t>
            </a:r>
            <a:r>
              <a:rPr lang="en-US" dirty="0"/>
              <a:t>, dan enter </a:t>
            </a:r>
            <a:r>
              <a:rPr lang="en-US" dirty="0" err="1"/>
              <a:t>dalam</a:t>
            </a:r>
            <a:r>
              <a:rPr lang="en-US" dirty="0"/>
              <a:t> file CSS/JS.</a:t>
            </a:r>
          </a:p>
          <a:p>
            <a:endParaRPr lang="en-US" dirty="0"/>
          </a:p>
          <a:p>
            <a:r>
              <a:rPr lang="en-US" b="1" dirty="0"/>
              <a:t>Caching:</a:t>
            </a:r>
            <a:r>
              <a:rPr lang="en-US" dirty="0"/>
              <a:t> </a:t>
            </a:r>
            <a:r>
              <a:rPr lang="en-US" dirty="0" err="1"/>
              <a:t>Menyimpan</a:t>
            </a:r>
            <a:r>
              <a:rPr lang="en-US" dirty="0"/>
              <a:t> data web di </a:t>
            </a:r>
            <a:r>
              <a:rPr lang="en-US" dirty="0" err="1"/>
              <a:t>memori</a:t>
            </a:r>
            <a:r>
              <a:rPr lang="en-US" dirty="0"/>
              <a:t> </a:t>
            </a:r>
            <a:r>
              <a:rPr lang="en-US" dirty="0" err="1"/>
              <a:t>lokal</a:t>
            </a:r>
            <a:r>
              <a:rPr lang="en-US" dirty="0"/>
              <a:t> user (browser) agar </a:t>
            </a:r>
            <a:r>
              <a:rPr lang="en-US" dirty="0" err="1"/>
              <a:t>saat</a:t>
            </a:r>
            <a:r>
              <a:rPr lang="en-US" dirty="0"/>
              <a:t> </a:t>
            </a:r>
            <a:r>
              <a:rPr lang="en-US" dirty="0" err="1"/>
              <a:t>kunjungan</a:t>
            </a:r>
            <a:r>
              <a:rPr lang="en-US" dirty="0"/>
              <a:t> </a:t>
            </a:r>
            <a:r>
              <a:rPr lang="en-US" dirty="0" err="1"/>
              <a:t>kedua</a:t>
            </a:r>
            <a:r>
              <a:rPr lang="en-US" dirty="0"/>
              <a:t>, web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perlu</a:t>
            </a:r>
            <a:r>
              <a:rPr lang="en-US" dirty="0"/>
              <a:t> men-download </a:t>
            </a:r>
            <a:r>
              <a:rPr lang="en-US" dirty="0" err="1"/>
              <a:t>ulang</a:t>
            </a:r>
            <a:r>
              <a:rPr lang="en-US" dirty="0"/>
              <a:t> </a:t>
            </a:r>
            <a:r>
              <a:rPr lang="en-US" dirty="0" err="1"/>
              <a:t>semuanya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Critical Path:</a:t>
            </a:r>
            <a:r>
              <a:rPr lang="en-US" dirty="0"/>
              <a:t> </a:t>
            </a:r>
            <a:r>
              <a:rPr lang="en-US" dirty="0" err="1"/>
              <a:t>Mengatur</a:t>
            </a:r>
            <a:r>
              <a:rPr lang="en-US" dirty="0"/>
              <a:t> file mana yang </a:t>
            </a:r>
            <a:r>
              <a:rPr lang="en-US" dirty="0" err="1"/>
              <a:t>harus</a:t>
            </a:r>
            <a:r>
              <a:rPr lang="en-US" dirty="0"/>
              <a:t> di-load </a:t>
            </a:r>
            <a:r>
              <a:rPr lang="en-US" dirty="0" err="1"/>
              <a:t>duluan</a:t>
            </a:r>
            <a:r>
              <a:rPr lang="en-US" dirty="0"/>
              <a:t> (CSS </a:t>
            </a:r>
            <a:r>
              <a:rPr lang="en-US" dirty="0" err="1"/>
              <a:t>penting</a:t>
            </a:r>
            <a:r>
              <a:rPr lang="en-US" dirty="0"/>
              <a:t> di </a:t>
            </a:r>
            <a:r>
              <a:rPr lang="en-US" dirty="0" err="1"/>
              <a:t>atas</a:t>
            </a:r>
            <a:r>
              <a:rPr lang="en-US" dirty="0"/>
              <a:t>, JS </a:t>
            </a:r>
            <a:r>
              <a:rPr lang="en-US" dirty="0" err="1"/>
              <a:t>berat</a:t>
            </a:r>
            <a:r>
              <a:rPr lang="en-US" dirty="0"/>
              <a:t> di </a:t>
            </a:r>
            <a:r>
              <a:rPr lang="en-US" dirty="0" err="1"/>
              <a:t>bawah</a:t>
            </a:r>
            <a:r>
              <a:rPr lang="en-US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047921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97B85-6C3B-DC7D-CFAB-5019E6ED0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45F4B-6DE8-40DD-AAB3-27440276D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Praktek</a:t>
            </a:r>
            <a:endParaRPr lang="en-US" sz="24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663C14-C626-E0F7-BAD2-037AA3E5C410}"/>
              </a:ext>
            </a:extLst>
          </p:cNvPr>
          <p:cNvSpPr txBox="1"/>
          <p:nvPr/>
        </p:nvSpPr>
        <p:spPr>
          <a:xfrm>
            <a:off x="323127" y="1511810"/>
            <a:ext cx="115457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Minify Manual &amp; Tool : </a:t>
            </a:r>
            <a:r>
              <a:rPr lang="en-US" dirty="0"/>
              <a:t>CSS </a:t>
            </a:r>
            <a:r>
              <a:rPr lang="en-US" dirty="0" err="1"/>
              <a:t>Minifier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Terser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Membersihkan</a:t>
            </a:r>
            <a:r>
              <a:rPr lang="en-US" b="1" dirty="0"/>
              <a:t> Kode:</a:t>
            </a:r>
            <a:r>
              <a:rPr lang="en-US" dirty="0"/>
              <a:t> </a:t>
            </a:r>
            <a:r>
              <a:rPr lang="en-US" dirty="0" err="1"/>
              <a:t>Menghapus</a:t>
            </a:r>
            <a:r>
              <a:rPr lang="en-US" dirty="0"/>
              <a:t> selector CSS yang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terpakai</a:t>
            </a:r>
            <a:r>
              <a:rPr lang="en-US" dirty="0"/>
              <a:t> (Unused CSS).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Pindahkan</a:t>
            </a:r>
            <a:r>
              <a:rPr lang="en-US" dirty="0"/>
              <a:t> tag &lt;script&gt;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bagian</a:t>
            </a:r>
            <a:r>
              <a:rPr lang="en-US" dirty="0"/>
              <a:t> &lt;head&gt;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sebelum</a:t>
            </a:r>
            <a:r>
              <a:rPr lang="en-US" dirty="0"/>
              <a:t> </a:t>
            </a:r>
            <a:r>
              <a:rPr lang="en-US" dirty="0" err="1"/>
              <a:t>penutup</a:t>
            </a:r>
            <a:r>
              <a:rPr lang="en-US" dirty="0"/>
              <a:t> &lt;/body&gt; agar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menghambat</a:t>
            </a:r>
            <a:r>
              <a:rPr lang="en-US" dirty="0"/>
              <a:t> render </a:t>
            </a:r>
            <a:r>
              <a:rPr lang="en-US" dirty="0" err="1"/>
              <a:t>halaman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Re-Audit:</a:t>
            </a:r>
            <a:r>
              <a:rPr lang="en-US" dirty="0"/>
              <a:t> </a:t>
            </a:r>
            <a:r>
              <a:rPr lang="en-US" dirty="0" err="1"/>
              <a:t>Jalankan</a:t>
            </a:r>
            <a:r>
              <a:rPr lang="en-US" dirty="0"/>
              <a:t> Performance </a:t>
            </a:r>
            <a:r>
              <a:rPr lang="en-US" dirty="0" err="1"/>
              <a:t>kembali</a:t>
            </a:r>
            <a:r>
              <a:rPr lang="en-US" dirty="0"/>
              <a:t>. </a:t>
            </a:r>
            <a:r>
              <a:rPr lang="en-US" dirty="0" err="1"/>
              <a:t>Apakah</a:t>
            </a:r>
            <a:r>
              <a:rPr lang="en-US" dirty="0"/>
              <a:t> </a:t>
            </a:r>
            <a:r>
              <a:rPr lang="en-US" dirty="0" err="1"/>
              <a:t>skornya</a:t>
            </a:r>
            <a:r>
              <a:rPr lang="en-US" dirty="0"/>
              <a:t> naik?</a:t>
            </a:r>
          </a:p>
        </p:txBody>
      </p:sp>
    </p:spTree>
    <p:extLst>
      <p:ext uri="{BB962C8B-B14F-4D97-AF65-F5344CB8AC3E}">
        <p14:creationId xmlns:p14="http://schemas.microsoft.com/office/powerpoint/2010/main" val="15188699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</TotalTime>
  <Words>225</Words>
  <Application>Microsoft Office PowerPoint</Application>
  <PresentationFormat>Widescreen</PresentationFormat>
  <Paragraphs>23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Cascadia Code</vt:lpstr>
      <vt:lpstr>Playbill</vt:lpstr>
      <vt:lpstr>Office Theme</vt:lpstr>
      <vt:lpstr>PowerPoint Presentation</vt:lpstr>
      <vt:lpstr> Kecepatan dan Performa (Technical SEO)</vt:lpstr>
      <vt:lpstr>PowerPoint Presentation</vt:lpstr>
      <vt:lpstr>Memahami Core Web Vitals</vt:lpstr>
      <vt:lpstr>Praktek</vt:lpstr>
      <vt:lpstr>Konsep Minification &amp; Caching</vt:lpstr>
      <vt:lpstr>Praktek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Steven Joses</dc:creator>
  <cp:lastModifiedBy>Steven Joses</cp:lastModifiedBy>
  <cp:revision>19</cp:revision>
  <dcterms:created xsi:type="dcterms:W3CDTF">2026-01-20T02:26:05Z</dcterms:created>
  <dcterms:modified xsi:type="dcterms:W3CDTF">2026-02-22T06:12:59Z</dcterms:modified>
</cp:coreProperties>
</file>